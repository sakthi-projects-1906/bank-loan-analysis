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61" r:id="rId12"/>
    <p:sldId id="262" r:id="rId13"/>
    <p:sldId id="263" r:id="rId14"/>
    <p:sldId id="264" r:id="rId15"/>
    <p:sldId id="259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8BEBC9-98D8-041D-95F3-3951B265A9B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091" y="47938"/>
            <a:ext cx="1137468" cy="82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49" y="832889"/>
            <a:ext cx="10399902" cy="58393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182BE8-DA25-2F0A-6FC9-D781928C7BD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25" y="47938"/>
            <a:ext cx="810833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4" y="850340"/>
            <a:ext cx="10380852" cy="5821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94FEC7-38DB-BB24-114F-273EF90A7BB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25" y="47938"/>
            <a:ext cx="810833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BC04EE-8041-7D9D-CA19-298D6848300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725" y="47938"/>
            <a:ext cx="810833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JUNE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818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Sakthi Murugan</cp:lastModifiedBy>
  <cp:revision>13</cp:revision>
  <dcterms:created xsi:type="dcterms:W3CDTF">2023-10-07T01:44:58Z</dcterms:created>
  <dcterms:modified xsi:type="dcterms:W3CDTF">2025-09-16T12:59:09Z</dcterms:modified>
</cp:coreProperties>
</file>